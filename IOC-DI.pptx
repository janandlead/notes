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A66A-12C4-DE64-FA45-6D8A62793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D0901-55F1-A5C8-FEF0-673144860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A0A1D-7221-282F-D5A6-4BA5E7116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C02A4-7114-D0C1-500C-04F6B2A8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C93BF-1F1D-8A1B-9D36-73F15A61C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62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624F-1A49-F556-247E-73DA1957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00D35-E4C2-E3D2-6FB0-E3E4B3E49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A9755-F937-6391-14ED-E091F1ADA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6D5D5-8F6D-F888-B3E1-328E69A6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2F4E-E13D-C20D-0E23-36FB68BB9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230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A70F-F0B9-0721-D2F9-F459249A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E741E-B434-D8AA-B004-7CC4A66DB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9FE47-310D-56F5-1B1A-467A3627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F423A-1532-9EF0-A7E1-1D76B8D3A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CE8BC-3D54-E188-9293-8DA0F726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1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6BC9C-357C-40A2-FC7A-D4E7A5D8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44FE9-242B-3BCB-F307-16CF11232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FC8B8-0FAD-B84D-EF4E-AFA247702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9713C-9B76-8413-84E8-D58B42D1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C0015-2601-3511-0138-6483C666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5940F-26EB-6A57-6FC6-498667BB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95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CE72E-223C-DC6E-5B64-F345F4958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DF8CE-C76E-5770-1D46-0C2238256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E24E8-CB26-29E4-8676-C983B6975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2995F-0E21-A5F8-EAFF-20ADB5919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AAEE6-E074-9F72-D435-46F52104A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6FF2CE-2E3F-F116-862B-E904AAB2A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C0270-27EA-8672-C6E5-76CB31A32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3D5C43-4D61-21F9-CE53-0B6DB8B40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19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254F8-EB54-7D8D-3E58-159F4A0F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3AFA0-0E20-5363-0D9C-C76576A77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4887A-B763-BD3B-4DE2-8D3E2B58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28C2E-B157-07D1-5F46-09827E75E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021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BD12AD-5227-7820-03D3-C47EEF86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59289-BCBB-EC39-13A2-BAC438B2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D864C-9CA2-C0B6-032C-A178DA9D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49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9233-A4D5-6069-AA98-5AC86DB1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8E6E0-5970-6D7D-D7F2-DC90F0485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90B55-3D45-EDC6-F5CF-C780C7EBE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80B0D-39A5-90B8-8D65-8AA87FE4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B0E23-34E7-6FF6-65E9-8CA2DC71F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BA7D0-F6F9-93CD-3955-98A4E2C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819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0F5A-3FB2-3AD4-5F19-051EE67D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3DAAD8-828F-BB8F-7D8A-9C3F8293C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FFEC8-48BE-A657-3C74-385FA318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53368-2BB6-50C3-1FE4-85E63147C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EAB13-AD6C-4140-4E01-B6149950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91022-5B71-251C-7FF5-F0C6C35D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64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EB9E-7CEE-C223-7942-FD3D019A6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5EE17-B558-B76B-4479-5CEE62889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2CD78-977D-4613-F82C-3E701F4C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9100E-4F31-905B-651E-83B4A53A7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268F1-3ED8-BBF0-2E94-0DC2D285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25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2B48D9-CC0D-1A25-96EE-ABCBBBFDF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C5D53-6BC3-EFAF-113C-AD8DB9288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864A0-4326-BCA4-7C37-590EB87A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F927F-BEC7-FDFB-2EEA-B8D745FC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1258B-D8BF-E59C-B303-D61430EB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42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F90085-DFB8-6D01-FE13-3770477CB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64BC8-A06A-0349-EEFE-EB16B41FE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6E014-74D9-B1E1-5086-3D3EB7EE5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76A15-6D55-4301-B74D-3650A289234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73234-46D2-88E3-9088-FFA08E17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F9D7D-A918-9490-7218-7650881E3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37BF1-C10E-4C5B-BE09-1EF55482B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22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554D38-3472-5DE3-9137-FFA39FD71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648727-F2B6-2253-631F-4BF24C2AB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918" y="0"/>
            <a:ext cx="12263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16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J</dc:creator>
  <cp:lastModifiedBy>Anand J</cp:lastModifiedBy>
  <cp:revision>1</cp:revision>
  <dcterms:created xsi:type="dcterms:W3CDTF">2026-08-23T03:17:19Z</dcterms:created>
  <dcterms:modified xsi:type="dcterms:W3CDTF">2026-08-23T03:18:38Z</dcterms:modified>
</cp:coreProperties>
</file>